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6" autoAdjust="0"/>
    <p:restoredTop sz="94660"/>
  </p:normalViewPr>
  <p:slideViewPr>
    <p:cSldViewPr snapToGrid="0">
      <p:cViewPr>
        <p:scale>
          <a:sx n="60" d="100"/>
          <a:sy n="60" d="100"/>
        </p:scale>
        <p:origin x="162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231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887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762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63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96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940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04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422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73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05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62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A8BAA-E692-4FC1-961D-170BF16331B9}" type="datetimeFigureOut">
              <a:rPr lang="en-GB" smtClean="0"/>
              <a:t>07/04/2025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57554-8AA8-49A8-AB4F-CCC0F606F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07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B63109-C9A7-34AB-9476-7228170F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6" y="3447912"/>
            <a:ext cx="6770444" cy="2345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E89153-1275-F716-1475-6F930F6FF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6" y="1079245"/>
            <a:ext cx="6770443" cy="2227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9E3AE1-9D32-F541-E4C1-4D1CA07D27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64"/>
          <a:stretch/>
        </p:blipFill>
        <p:spPr>
          <a:xfrm>
            <a:off x="87556" y="5933878"/>
            <a:ext cx="6770444" cy="31056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109197-4B86-9ECA-01AD-16B98303587B}"/>
              </a:ext>
            </a:extLst>
          </p:cNvPr>
          <p:cNvSpPr txBox="1"/>
          <p:nvPr/>
        </p:nvSpPr>
        <p:spPr>
          <a:xfrm>
            <a:off x="43778" y="310050"/>
            <a:ext cx="677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ptos Black" panose="020B0004020202020204" pitchFamily="34" charset="0"/>
              </a:rPr>
              <a:t>Performance (Outcome Metrics) and Referrals (Input Metric)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E6EDE0-56E6-1EA8-54C5-2F4C48F0343C}"/>
              </a:ext>
            </a:extLst>
          </p:cNvPr>
          <p:cNvSpPr txBox="1"/>
          <p:nvPr/>
        </p:nvSpPr>
        <p:spPr>
          <a:xfrm>
            <a:off x="822598" y="9233151"/>
            <a:ext cx="5907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400" b="1" dirty="0"/>
              <a:t>No</a:t>
            </a:r>
            <a:r>
              <a:rPr lang="en-GB" sz="1400" dirty="0"/>
              <a:t> Special Cause flags (warnings of potentially non-random behaviour):</a:t>
            </a:r>
          </a:p>
          <a:p>
            <a:pPr marL="633413" lvl="1" indent="-176213">
              <a:buFont typeface="Arial" panose="020B0604020202020204" pitchFamily="34" charset="0"/>
              <a:buChar char="•"/>
            </a:pPr>
            <a:r>
              <a:rPr lang="en-GB" sz="1400" dirty="0"/>
              <a:t>Referral volumes and TaT performance look </a:t>
            </a:r>
            <a:r>
              <a:rPr lang="en-GB" sz="1400" b="1" dirty="0"/>
              <a:t>stable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53F751-28A0-48C4-0E68-5EA63E40467B}"/>
              </a:ext>
            </a:extLst>
          </p:cNvPr>
          <p:cNvSpPr txBox="1"/>
          <p:nvPr/>
        </p:nvSpPr>
        <p:spPr>
          <a:xfrm>
            <a:off x="5927440" y="-63776"/>
            <a:ext cx="886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7 Apr 2025</a:t>
            </a:r>
          </a:p>
        </p:txBody>
      </p:sp>
    </p:spTree>
    <p:extLst>
      <p:ext uri="{BB962C8B-B14F-4D97-AF65-F5344CB8AC3E}">
        <p14:creationId xmlns:p14="http://schemas.microsoft.com/office/powerpoint/2010/main" val="3370018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1657</TotalTime>
  <Words>32</Words>
  <Application>Microsoft Office PowerPoint</Application>
  <PresentationFormat>A4 Paper (210x297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Black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Proudlove</dc:creator>
  <cp:lastModifiedBy>Nathan Proudlove</cp:lastModifiedBy>
  <cp:revision>3</cp:revision>
  <dcterms:created xsi:type="dcterms:W3CDTF">2025-04-07T10:58:56Z</dcterms:created>
  <dcterms:modified xsi:type="dcterms:W3CDTF">2025-04-08T14:35:57Z</dcterms:modified>
</cp:coreProperties>
</file>